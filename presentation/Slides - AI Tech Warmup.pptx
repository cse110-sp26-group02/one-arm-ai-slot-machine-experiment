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Lato"/>
      <p:regular r:id="rId13"/>
      <p:bold r:id="rId14"/>
      <p:italic r:id="rId15"/>
      <p:boldItalic r:id="rId16"/>
    </p:embeddedFont>
    <p:embeddedFont>
      <p:font typeface="Sora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Lato-regular.fntdata"/><Relationship Id="rId12" Type="http://schemas.openxmlformats.org/officeDocument/2006/relationships/slide" Target="slides/slide7.xml"/><Relationship Id="rId15" Type="http://schemas.openxmlformats.org/officeDocument/2006/relationships/font" Target="fonts/Lato-italic.fntdata"/><Relationship Id="rId14" Type="http://schemas.openxmlformats.org/officeDocument/2006/relationships/font" Target="fonts/Lato-bold.fntdata"/><Relationship Id="rId17" Type="http://schemas.openxmlformats.org/officeDocument/2006/relationships/font" Target="fonts/Sora-regular.fntdata"/><Relationship Id="rId16" Type="http://schemas.openxmlformats.org/officeDocument/2006/relationships/font" Target="fonts/Lato-boldItalic.fntdata"/><Relationship Id="rId18" Type="http://schemas.openxmlformats.org/officeDocument/2006/relationships/font" Target="fonts/Sor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de83ac9d95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de83ac9d95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de83ac9d95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de83ac9d95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de83ac9d95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de83ac9d95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de83ac9d95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de83ac9d95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de83ac9d95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de83ac9d95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de83ac9d95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de83ac9d95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13" name="Google Shape;13;p2"/>
              <p:cNvCxnSpPr/>
              <p:nvPr/>
            </p:nvCxnSpPr>
            <p:spPr>
              <a:xfrm flipH="1" rot="5400000">
                <a:off x="-1093800" y="3815900"/>
                <a:ext cx="3045000" cy="3318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 flipH="1" rot="5400000">
                <a:off x="-1327875" y="4449875"/>
                <a:ext cx="3325500" cy="317400"/>
              </a:xfrm>
              <a:prstGeom prst="bentConnector3">
                <a:avLst>
                  <a:gd fmla="val 64575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15" name="Google Shape;15;p2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16" name="Google Shape;16;p2"/>
              <p:cNvCxnSpPr/>
              <p:nvPr/>
            </p:nvCxnSpPr>
            <p:spPr>
              <a:xfrm flipH="1" rot="10800000">
                <a:off x="-709225" y="4185350"/>
                <a:ext cx="7895400" cy="1147500"/>
              </a:xfrm>
              <a:prstGeom prst="bentConnector3">
                <a:avLst>
                  <a:gd fmla="val 71221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 flipH="1" rot="10800000">
                <a:off x="2953025" y="4367125"/>
                <a:ext cx="3567000" cy="1794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18" name="Google Shape;18;p2"/>
            <p:cNvGrpSpPr/>
            <p:nvPr/>
          </p:nvGrpSpPr>
          <p:grpSpPr>
            <a:xfrm>
              <a:off x="8417700" y="2020450"/>
              <a:ext cx="1277000" cy="2568900"/>
              <a:chOff x="8417700" y="2020450"/>
              <a:chExt cx="1277000" cy="2568900"/>
            </a:xfrm>
          </p:grpSpPr>
          <p:cxnSp>
            <p:nvCxnSpPr>
              <p:cNvPr id="19" name="Google Shape;19;p2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fmla="val 449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8417700" y="3180050"/>
                <a:ext cx="359700" cy="1051800"/>
              </a:xfrm>
              <a:prstGeom prst="bentConnector2">
                <a:avLst/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grpSp>
        <p:nvGrpSpPr>
          <p:cNvPr id="22" name="Google Shape;22;p2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23" name="Google Shape;23;p2"/>
            <p:cNvSpPr/>
            <p:nvPr/>
          </p:nvSpPr>
          <p:spPr>
            <a:xfrm>
              <a:off x="84278" y="22408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77403" y="48146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/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" name="Google Shape;27;p3"/>
          <p:cNvSpPr txBox="1"/>
          <p:nvPr>
            <p:ph hasCustomPrompt="1" idx="2" type="title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" name="Google Shape;28;p3"/>
          <p:cNvSpPr txBox="1"/>
          <p:nvPr>
            <p:ph idx="1" type="subTitle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9" name="Google Shape;29;p3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0" name="Google Shape;30;p3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1" name="Google Shape;31;p3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2" name="Google Shape;32;p3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720000" y="1215751"/>
            <a:ext cx="7704000" cy="3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9pPr>
          </a:lstStyle>
          <a:p/>
        </p:txBody>
      </p:sp>
      <p:cxnSp>
        <p:nvCxnSpPr>
          <p:cNvPr id="36" name="Google Shape;36;p4"/>
          <p:cNvCxnSpPr/>
          <p:nvPr/>
        </p:nvCxnSpPr>
        <p:spPr>
          <a:xfrm flipH="1" rot="-5400000">
            <a:off x="-1741502" y="1903025"/>
            <a:ext cx="4581000" cy="3420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37" name="Google Shape;37;p4"/>
          <p:cNvGrpSpPr/>
          <p:nvPr/>
        </p:nvGrpSpPr>
        <p:grpSpPr>
          <a:xfrm>
            <a:off x="378000" y="4579925"/>
            <a:ext cx="7970450" cy="273800"/>
            <a:chOff x="378000" y="4579925"/>
            <a:chExt cx="7970450" cy="273800"/>
          </a:xfrm>
        </p:grpSpPr>
        <p:sp>
          <p:nvSpPr>
            <p:cNvPr id="38" name="Google Shape;38;p4"/>
            <p:cNvSpPr/>
            <p:nvPr/>
          </p:nvSpPr>
          <p:spPr>
            <a:xfrm>
              <a:off x="378000" y="45799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8164850" y="46701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6756550" y="4670125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5040058" y="3057025"/>
            <a:ext cx="25605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1543450" y="3057025"/>
            <a:ext cx="25605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5" name="Google Shape;45;p5"/>
          <p:cNvSpPr txBox="1"/>
          <p:nvPr>
            <p:ph idx="3" type="subTitle"/>
          </p:nvPr>
        </p:nvSpPr>
        <p:spPr>
          <a:xfrm>
            <a:off x="5040058" y="2662226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4" type="subTitle"/>
          </p:nvPr>
        </p:nvSpPr>
        <p:spPr>
          <a:xfrm>
            <a:off x="1543450" y="2662226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47" name="Google Shape;47;p5"/>
          <p:cNvGrpSpPr/>
          <p:nvPr/>
        </p:nvGrpSpPr>
        <p:grpSpPr>
          <a:xfrm>
            <a:off x="65750" y="123192"/>
            <a:ext cx="9078236" cy="5947020"/>
            <a:chOff x="65750" y="123192"/>
            <a:chExt cx="9078236" cy="5947020"/>
          </a:xfrm>
        </p:grpSpPr>
        <p:cxnSp>
          <p:nvCxnSpPr>
            <p:cNvPr id="48" name="Google Shape;48;p5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9" name="Google Shape;49;p5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0" name="Google Shape;50;p5"/>
            <p:cNvCxnSpPr/>
            <p:nvPr/>
          </p:nvCxnSpPr>
          <p:spPr>
            <a:xfrm rot="-5400000">
              <a:off x="-2013300" y="3409838"/>
              <a:ext cx="4697700" cy="366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1" name="Google Shape;51;p5"/>
            <p:cNvCxnSpPr/>
            <p:nvPr/>
          </p:nvCxnSpPr>
          <p:spPr>
            <a:xfrm rot="-5400000">
              <a:off x="-1700950" y="3696913"/>
              <a:ext cx="41400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grpSp>
          <p:nvGrpSpPr>
            <p:cNvPr id="52" name="Google Shape;52;p5"/>
            <p:cNvGrpSpPr/>
            <p:nvPr/>
          </p:nvGrpSpPr>
          <p:grpSpPr>
            <a:xfrm>
              <a:off x="244996" y="123192"/>
              <a:ext cx="8898990" cy="3904742"/>
              <a:chOff x="244996" y="123192"/>
              <a:chExt cx="8898990" cy="3904742"/>
            </a:xfrm>
          </p:grpSpPr>
          <p:sp>
            <p:nvSpPr>
              <p:cNvPr id="53" name="Google Shape;53;p5"/>
              <p:cNvSpPr/>
              <p:nvPr/>
            </p:nvSpPr>
            <p:spPr>
              <a:xfrm>
                <a:off x="8307552" y="123192"/>
                <a:ext cx="246441" cy="246441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5"/>
              <p:cNvSpPr/>
              <p:nvPr/>
            </p:nvSpPr>
            <p:spPr>
              <a:xfrm>
                <a:off x="8554009" y="836635"/>
                <a:ext cx="181108" cy="181108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9010993" y="3894941"/>
                <a:ext cx="132993" cy="132993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5"/>
              <p:cNvSpPr/>
              <p:nvPr/>
            </p:nvSpPr>
            <p:spPr>
              <a:xfrm>
                <a:off x="244996" y="1750985"/>
                <a:ext cx="181108" cy="181108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9" name="Google Shape;59;p6"/>
          <p:cNvGrpSpPr/>
          <p:nvPr/>
        </p:nvGrpSpPr>
        <p:grpSpPr>
          <a:xfrm>
            <a:off x="8576588" y="4496315"/>
            <a:ext cx="422946" cy="368845"/>
            <a:chOff x="8576588" y="4496315"/>
            <a:chExt cx="422946" cy="368845"/>
          </a:xfrm>
        </p:grpSpPr>
        <p:sp>
          <p:nvSpPr>
            <p:cNvPr id="60" name="Google Shape;60;p6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" name="Google Shape;62;p6"/>
          <p:cNvGrpSpPr/>
          <p:nvPr/>
        </p:nvGrpSpPr>
        <p:grpSpPr>
          <a:xfrm>
            <a:off x="67325" y="-592117"/>
            <a:ext cx="8932200" cy="5485500"/>
            <a:chOff x="67325" y="-592117"/>
            <a:chExt cx="8932200" cy="5485500"/>
          </a:xfrm>
        </p:grpSpPr>
        <p:cxnSp>
          <p:nvCxnSpPr>
            <p:cNvPr id="63" name="Google Shape;63;p6"/>
            <p:cNvCxnSpPr/>
            <p:nvPr/>
          </p:nvCxnSpPr>
          <p:spPr>
            <a:xfrm>
              <a:off x="67325" y="-592117"/>
              <a:ext cx="8932200" cy="5485500"/>
            </a:xfrm>
            <a:prstGeom prst="bentConnector3">
              <a:avLst>
                <a:gd fmla="val 81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64" name="Google Shape;64;p6"/>
            <p:cNvCxnSpPr/>
            <p:nvPr/>
          </p:nvCxnSpPr>
          <p:spPr>
            <a:xfrm flipH="1" rot="-5400000">
              <a:off x="-2079325" y="1859333"/>
              <a:ext cx="4747800" cy="149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 txBox="1"/>
          <p:nvPr>
            <p:ph idx="1" type="subTitle"/>
          </p:nvPr>
        </p:nvSpPr>
        <p:spPr>
          <a:xfrm>
            <a:off x="2375775" y="2379467"/>
            <a:ext cx="3247500" cy="11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lphaLcPeriod"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romanLcPeriod"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rabicPeriod"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alphaLcPeriod"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romanLcPeriod"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rabicPeriod"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lphaLcPeriod"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AutoNum type="romanLcPeriod"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8" name="Google Shape;68;p7"/>
          <p:cNvGrpSpPr/>
          <p:nvPr/>
        </p:nvGrpSpPr>
        <p:grpSpPr>
          <a:xfrm>
            <a:off x="144288" y="147077"/>
            <a:ext cx="454046" cy="1101386"/>
            <a:chOff x="144288" y="147077"/>
            <a:chExt cx="454046" cy="1101386"/>
          </a:xfrm>
        </p:grpSpPr>
        <p:sp>
          <p:nvSpPr>
            <p:cNvPr id="69" name="Google Shape;69;p7"/>
            <p:cNvSpPr/>
            <p:nvPr/>
          </p:nvSpPr>
          <p:spPr>
            <a:xfrm rot="-5400000">
              <a:off x="144280" y="147085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7"/>
            <p:cNvSpPr/>
            <p:nvPr/>
          </p:nvSpPr>
          <p:spPr>
            <a:xfrm rot="-5400000">
              <a:off x="193389" y="1068025"/>
              <a:ext cx="180450" cy="180425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7"/>
            <p:cNvSpPr/>
            <p:nvPr/>
          </p:nvSpPr>
          <p:spPr>
            <a:xfrm rot="-5400000">
              <a:off x="211443" y="746585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7"/>
            <p:cNvSpPr/>
            <p:nvPr/>
          </p:nvSpPr>
          <p:spPr>
            <a:xfrm rot="-5400000">
              <a:off x="373819" y="291403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" name="Google Shape;73;p7"/>
          <p:cNvGrpSpPr/>
          <p:nvPr/>
        </p:nvGrpSpPr>
        <p:grpSpPr>
          <a:xfrm>
            <a:off x="569675" y="183250"/>
            <a:ext cx="8764375" cy="5229850"/>
            <a:chOff x="569675" y="183250"/>
            <a:chExt cx="8764375" cy="5229850"/>
          </a:xfrm>
        </p:grpSpPr>
        <p:cxnSp>
          <p:nvCxnSpPr>
            <p:cNvPr id="74" name="Google Shape;74;p7"/>
            <p:cNvCxnSpPr/>
            <p:nvPr/>
          </p:nvCxnSpPr>
          <p:spPr>
            <a:xfrm rot="10800000">
              <a:off x="569675" y="1832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5" name="Google Shape;75;p7"/>
            <p:cNvCxnSpPr/>
            <p:nvPr/>
          </p:nvCxnSpPr>
          <p:spPr>
            <a:xfrm rot="10800000">
              <a:off x="761550" y="2948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838650" y="1518450"/>
            <a:ext cx="4151400" cy="21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-950200" y="-235500"/>
            <a:ext cx="9904500" cy="5229850"/>
            <a:chOff x="-950200" y="-235500"/>
            <a:chExt cx="9904500" cy="5229850"/>
          </a:xfrm>
        </p:grpSpPr>
        <p:cxnSp>
          <p:nvCxnSpPr>
            <p:cNvPr id="79" name="Google Shape;79;p8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0" name="Google Shape;80;p8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1" name="Google Shape;81;p8"/>
            <p:cNvCxnSpPr/>
            <p:nvPr/>
          </p:nvCxnSpPr>
          <p:spPr>
            <a:xfrm>
              <a:off x="-766600" y="2793225"/>
              <a:ext cx="9720900" cy="1699500"/>
            </a:xfrm>
            <a:prstGeom prst="bentConnector3">
              <a:avLst>
                <a:gd fmla="val 519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2" name="Google Shape;82;p8"/>
            <p:cNvCxnSpPr/>
            <p:nvPr/>
          </p:nvCxnSpPr>
          <p:spPr>
            <a:xfrm>
              <a:off x="-950200" y="2976850"/>
              <a:ext cx="9712500" cy="1404300"/>
            </a:xfrm>
            <a:prstGeom prst="bentConnector3">
              <a:avLst>
                <a:gd fmla="val 1429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 txBox="1"/>
          <p:nvPr>
            <p:ph type="title"/>
          </p:nvPr>
        </p:nvSpPr>
        <p:spPr>
          <a:xfrm>
            <a:off x="4906675" y="1132975"/>
            <a:ext cx="3524100" cy="140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1" type="subTitle"/>
          </p:nvPr>
        </p:nvSpPr>
        <p:spPr>
          <a:xfrm>
            <a:off x="4906675" y="2724350"/>
            <a:ext cx="3524100" cy="14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86" name="Google Shape;86;p9"/>
          <p:cNvSpPr/>
          <p:nvPr>
            <p:ph idx="2" type="pic"/>
          </p:nvPr>
        </p:nvSpPr>
        <p:spPr>
          <a:xfrm>
            <a:off x="202954" y="388500"/>
            <a:ext cx="4379700" cy="43797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87" name="Google Shape;87;p9"/>
          <p:cNvGrpSpPr/>
          <p:nvPr/>
        </p:nvGrpSpPr>
        <p:grpSpPr>
          <a:xfrm rot="-1395165">
            <a:off x="172631" y="490168"/>
            <a:ext cx="882626" cy="403567"/>
            <a:chOff x="7884075" y="238975"/>
            <a:chExt cx="882599" cy="403555"/>
          </a:xfrm>
        </p:grpSpPr>
        <p:sp>
          <p:nvSpPr>
            <p:cNvPr id="88" name="Google Shape;88;p9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9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9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" name="Google Shape;91;p9"/>
          <p:cNvGrpSpPr/>
          <p:nvPr/>
        </p:nvGrpSpPr>
        <p:grpSpPr>
          <a:xfrm>
            <a:off x="2422725" y="4313625"/>
            <a:ext cx="7035600" cy="513300"/>
            <a:chOff x="2422725" y="4313625"/>
            <a:chExt cx="7035600" cy="513300"/>
          </a:xfrm>
        </p:grpSpPr>
        <p:cxnSp>
          <p:nvCxnSpPr>
            <p:cNvPr id="92" name="Google Shape;92;p9"/>
            <p:cNvCxnSpPr/>
            <p:nvPr/>
          </p:nvCxnSpPr>
          <p:spPr>
            <a:xfrm rot="10800000">
              <a:off x="3750275" y="4313625"/>
              <a:ext cx="5590200" cy="513300"/>
            </a:xfrm>
            <a:prstGeom prst="bentConnector3">
              <a:avLst>
                <a:gd fmla="val 6414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3" name="Google Shape;93;p9"/>
            <p:cNvCxnSpPr/>
            <p:nvPr/>
          </p:nvCxnSpPr>
          <p:spPr>
            <a:xfrm flipH="1">
              <a:off x="2422725" y="4652400"/>
              <a:ext cx="7035600" cy="115800"/>
            </a:xfrm>
            <a:prstGeom prst="bentConnector4">
              <a:avLst>
                <a:gd fmla="val 34437" name="adj1"/>
                <a:gd fmla="val 305635" name="adj2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10"/>
          <p:cNvSpPr txBox="1"/>
          <p:nvPr>
            <p:ph type="title"/>
          </p:nvPr>
        </p:nvSpPr>
        <p:spPr>
          <a:xfrm>
            <a:off x="5403175" y="3859175"/>
            <a:ext cx="3027600" cy="749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hasCustomPrompt="1" type="title"/>
          </p:nvPr>
        </p:nvSpPr>
        <p:spPr>
          <a:xfrm>
            <a:off x="1284000" y="1555613"/>
            <a:ext cx="6576000" cy="13602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1284000" y="3090788"/>
            <a:ext cx="65760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00" name="Google Shape;100;p11"/>
          <p:cNvGrpSpPr/>
          <p:nvPr/>
        </p:nvGrpSpPr>
        <p:grpSpPr>
          <a:xfrm>
            <a:off x="-135425" y="-190387"/>
            <a:ext cx="9421725" cy="5232813"/>
            <a:chOff x="-135425" y="-190387"/>
            <a:chExt cx="9421725" cy="5232813"/>
          </a:xfrm>
        </p:grpSpPr>
        <p:cxnSp>
          <p:nvCxnSpPr>
            <p:cNvPr id="101" name="Google Shape;101;p11"/>
            <p:cNvCxnSpPr/>
            <p:nvPr/>
          </p:nvCxnSpPr>
          <p:spPr>
            <a:xfrm flipH="1" rot="-5400000">
              <a:off x="-380550" y="571163"/>
              <a:ext cx="2426100" cy="9030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02" name="Google Shape;102;p11"/>
            <p:cNvCxnSpPr/>
            <p:nvPr/>
          </p:nvCxnSpPr>
          <p:spPr>
            <a:xfrm flipH="1" rot="-5400000">
              <a:off x="-924000" y="1419413"/>
              <a:ext cx="3439500" cy="524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03" name="Google Shape;103;p11"/>
            <p:cNvCxnSpPr/>
            <p:nvPr/>
          </p:nvCxnSpPr>
          <p:spPr>
            <a:xfrm rot="5400000">
              <a:off x="7914850" y="2156275"/>
              <a:ext cx="1491900" cy="12510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04" name="Google Shape;104;p11"/>
            <p:cNvCxnSpPr/>
            <p:nvPr/>
          </p:nvCxnSpPr>
          <p:spPr>
            <a:xfrm>
              <a:off x="-123950" y="4755625"/>
              <a:ext cx="9146400" cy="286800"/>
            </a:xfrm>
            <a:prstGeom prst="bentConnector3">
              <a:avLst>
                <a:gd fmla="val 5119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05" name="Google Shape;105;p11"/>
            <p:cNvCxnSpPr/>
            <p:nvPr/>
          </p:nvCxnSpPr>
          <p:spPr>
            <a:xfrm flipH="1" rot="10800000">
              <a:off x="-135425" y="4399725"/>
              <a:ext cx="8882400" cy="252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106" name="Google Shape;106;p11"/>
          <p:cNvGrpSpPr/>
          <p:nvPr/>
        </p:nvGrpSpPr>
        <p:grpSpPr>
          <a:xfrm rot="-5400000">
            <a:off x="8438575" y="4204225"/>
            <a:ext cx="882599" cy="403555"/>
            <a:chOff x="7884075" y="238975"/>
            <a:chExt cx="882599" cy="403555"/>
          </a:xfrm>
        </p:grpSpPr>
        <p:sp>
          <p:nvSpPr>
            <p:cNvPr id="107" name="Google Shape;107;p11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" name="Google Shape;113;p13"/>
          <p:cNvSpPr txBox="1"/>
          <p:nvPr>
            <p:ph idx="1" type="subTitle"/>
          </p:nvPr>
        </p:nvSpPr>
        <p:spPr>
          <a:xfrm>
            <a:off x="2917223" y="166110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3"/>
          <p:cNvSpPr txBox="1"/>
          <p:nvPr>
            <p:ph idx="2" type="subTitle"/>
          </p:nvPr>
        </p:nvSpPr>
        <p:spPr>
          <a:xfrm>
            <a:off x="2917223" y="247945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3" type="subTitle"/>
          </p:nvPr>
        </p:nvSpPr>
        <p:spPr>
          <a:xfrm>
            <a:off x="2917223" y="3297775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3"/>
          <p:cNvSpPr txBox="1"/>
          <p:nvPr>
            <p:ph idx="4" type="subTitle"/>
          </p:nvPr>
        </p:nvSpPr>
        <p:spPr>
          <a:xfrm>
            <a:off x="2917223" y="411610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3"/>
          <p:cNvSpPr txBox="1"/>
          <p:nvPr>
            <p:ph hasCustomPrompt="1" idx="5" type="title"/>
          </p:nvPr>
        </p:nvSpPr>
        <p:spPr>
          <a:xfrm>
            <a:off x="1986273" y="140135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/>
          <p:nvPr>
            <p:ph hasCustomPrompt="1" idx="6" type="title"/>
          </p:nvPr>
        </p:nvSpPr>
        <p:spPr>
          <a:xfrm>
            <a:off x="1986273" y="3037983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/>
          <p:nvPr>
            <p:ph hasCustomPrompt="1" idx="7" type="title"/>
          </p:nvPr>
        </p:nvSpPr>
        <p:spPr>
          <a:xfrm>
            <a:off x="1986273" y="2219667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/>
          <p:nvPr>
            <p:ph hasCustomPrompt="1" idx="8" type="title"/>
          </p:nvPr>
        </p:nvSpPr>
        <p:spPr>
          <a:xfrm>
            <a:off x="1986273" y="385630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1" name="Google Shape;121;p13"/>
          <p:cNvSpPr txBox="1"/>
          <p:nvPr>
            <p:ph idx="9" type="subTitle"/>
          </p:nvPr>
        </p:nvSpPr>
        <p:spPr>
          <a:xfrm>
            <a:off x="2917223" y="1401350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2" name="Google Shape;122;p13"/>
          <p:cNvSpPr txBox="1"/>
          <p:nvPr>
            <p:ph idx="13" type="subTitle"/>
          </p:nvPr>
        </p:nvSpPr>
        <p:spPr>
          <a:xfrm>
            <a:off x="2917227" y="2219700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3" name="Google Shape;123;p13"/>
          <p:cNvSpPr txBox="1"/>
          <p:nvPr>
            <p:ph idx="14" type="subTitle"/>
          </p:nvPr>
        </p:nvSpPr>
        <p:spPr>
          <a:xfrm>
            <a:off x="2917223" y="3037976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4" name="Google Shape;124;p13"/>
          <p:cNvSpPr txBox="1"/>
          <p:nvPr>
            <p:ph idx="15" type="subTitle"/>
          </p:nvPr>
        </p:nvSpPr>
        <p:spPr>
          <a:xfrm>
            <a:off x="2917227" y="3856301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25" name="Google Shape;125;p13"/>
          <p:cNvGrpSpPr/>
          <p:nvPr/>
        </p:nvGrpSpPr>
        <p:grpSpPr>
          <a:xfrm>
            <a:off x="8113600" y="227500"/>
            <a:ext cx="882599" cy="403555"/>
            <a:chOff x="7884075" y="238975"/>
            <a:chExt cx="882599" cy="403555"/>
          </a:xfrm>
        </p:grpSpPr>
        <p:sp>
          <p:nvSpPr>
            <p:cNvPr id="126" name="Google Shape;126;p13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" name="Google Shape;129;p13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130" name="Google Shape;130;p13"/>
            <p:cNvCxnSpPr/>
            <p:nvPr/>
          </p:nvCxnSpPr>
          <p:spPr>
            <a:xfrm>
              <a:off x="378100" y="-2165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31" name="Google Shape;131;p13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34" name="Google Shape;134;p14"/>
          <p:cNvGrpSpPr/>
          <p:nvPr/>
        </p:nvGrpSpPr>
        <p:grpSpPr>
          <a:xfrm>
            <a:off x="199188" y="123990"/>
            <a:ext cx="422946" cy="368845"/>
            <a:chOff x="8576588" y="4496315"/>
            <a:chExt cx="422946" cy="368845"/>
          </a:xfrm>
        </p:grpSpPr>
        <p:sp>
          <p:nvSpPr>
            <p:cNvPr id="135" name="Google Shape;135;p14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4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" name="Google Shape;137;p14"/>
          <p:cNvGrpSpPr/>
          <p:nvPr/>
        </p:nvGrpSpPr>
        <p:grpSpPr>
          <a:xfrm rot="10800000">
            <a:off x="25225" y="282300"/>
            <a:ext cx="9157800" cy="5003500"/>
            <a:chOff x="-116175" y="-984534"/>
            <a:chExt cx="9157800" cy="5003500"/>
          </a:xfrm>
        </p:grpSpPr>
        <p:cxnSp>
          <p:nvCxnSpPr>
            <p:cNvPr id="138" name="Google Shape;138;p14"/>
            <p:cNvCxnSpPr/>
            <p:nvPr/>
          </p:nvCxnSpPr>
          <p:spPr>
            <a:xfrm>
              <a:off x="-116175" y="-605834"/>
              <a:ext cx="9157800" cy="4624800"/>
            </a:xfrm>
            <a:prstGeom prst="bentConnector3">
              <a:avLst>
                <a:gd fmla="val 3258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39" name="Google Shape;139;p14"/>
            <p:cNvCxnSpPr/>
            <p:nvPr/>
          </p:nvCxnSpPr>
          <p:spPr>
            <a:xfrm flipH="1" rot="-5400000">
              <a:off x="-2164550" y="1408116"/>
              <a:ext cx="4877100" cy="9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42" name="Google Shape;142;p15"/>
          <p:cNvGrpSpPr/>
          <p:nvPr/>
        </p:nvGrpSpPr>
        <p:grpSpPr>
          <a:xfrm>
            <a:off x="8430763" y="-10"/>
            <a:ext cx="422946" cy="368845"/>
            <a:chOff x="8576588" y="4496315"/>
            <a:chExt cx="422946" cy="368845"/>
          </a:xfrm>
        </p:grpSpPr>
        <p:sp>
          <p:nvSpPr>
            <p:cNvPr id="143" name="Google Shape;143;p15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" name="Google Shape;145;p15"/>
          <p:cNvGrpSpPr/>
          <p:nvPr/>
        </p:nvGrpSpPr>
        <p:grpSpPr>
          <a:xfrm flipH="1" rot="10800000">
            <a:off x="25325" y="282383"/>
            <a:ext cx="8974200" cy="5003417"/>
            <a:chOff x="67325" y="-984534"/>
            <a:chExt cx="8974200" cy="5003417"/>
          </a:xfrm>
        </p:grpSpPr>
        <p:cxnSp>
          <p:nvCxnSpPr>
            <p:cNvPr id="146" name="Google Shape;146;p15"/>
            <p:cNvCxnSpPr/>
            <p:nvPr/>
          </p:nvCxnSpPr>
          <p:spPr>
            <a:xfrm>
              <a:off x="67325" y="-592117"/>
              <a:ext cx="8974200" cy="4611000"/>
            </a:xfrm>
            <a:prstGeom prst="bentConnector3">
              <a:avLst>
                <a:gd fmla="val 434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47" name="Google Shape;147;p15"/>
            <p:cNvCxnSpPr/>
            <p:nvPr/>
          </p:nvCxnSpPr>
          <p:spPr>
            <a:xfrm flipH="1" rot="-5400000">
              <a:off x="-2164550" y="1408116"/>
              <a:ext cx="4877100" cy="9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/>
          <p:nvPr>
            <p:ph type="title"/>
          </p:nvPr>
        </p:nvSpPr>
        <p:spPr>
          <a:xfrm>
            <a:off x="1851163" y="3797875"/>
            <a:ext cx="32331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50" name="Google Shape;150;p16"/>
          <p:cNvSpPr txBox="1"/>
          <p:nvPr>
            <p:ph idx="1" type="subTitle"/>
          </p:nvPr>
        </p:nvSpPr>
        <p:spPr>
          <a:xfrm>
            <a:off x="713225" y="945625"/>
            <a:ext cx="4371300" cy="27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151" name="Google Shape;151;p16"/>
          <p:cNvGrpSpPr/>
          <p:nvPr/>
        </p:nvGrpSpPr>
        <p:grpSpPr>
          <a:xfrm>
            <a:off x="259568" y="1973966"/>
            <a:ext cx="6622142" cy="3013471"/>
            <a:chOff x="7553711" y="-2334286"/>
            <a:chExt cx="7534579" cy="3428684"/>
          </a:xfrm>
        </p:grpSpPr>
        <p:sp>
          <p:nvSpPr>
            <p:cNvPr id="152" name="Google Shape;152;p16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14882235" y="888343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" name="Google Shape;155;p16"/>
          <p:cNvGrpSpPr/>
          <p:nvPr/>
        </p:nvGrpSpPr>
        <p:grpSpPr>
          <a:xfrm>
            <a:off x="458900" y="-674125"/>
            <a:ext cx="10001150" cy="5624875"/>
            <a:chOff x="458900" y="-674125"/>
            <a:chExt cx="10001150" cy="5624875"/>
          </a:xfrm>
        </p:grpSpPr>
        <p:cxnSp>
          <p:nvCxnSpPr>
            <p:cNvPr id="156" name="Google Shape;156;p16"/>
            <p:cNvCxnSpPr/>
            <p:nvPr/>
          </p:nvCxnSpPr>
          <p:spPr>
            <a:xfrm rot="5400000">
              <a:off x="-510550" y="295325"/>
              <a:ext cx="2648100" cy="709200"/>
            </a:xfrm>
            <a:prstGeom prst="bentConnector3">
              <a:avLst>
                <a:gd fmla="val 4071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57" name="Google Shape;157;p16"/>
            <p:cNvCxnSpPr/>
            <p:nvPr/>
          </p:nvCxnSpPr>
          <p:spPr>
            <a:xfrm rot="5400000">
              <a:off x="-358150" y="447725"/>
              <a:ext cx="2648100" cy="709200"/>
            </a:xfrm>
            <a:prstGeom prst="bentConnector3">
              <a:avLst>
                <a:gd fmla="val 4071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58" name="Google Shape;158;p16"/>
            <p:cNvCxnSpPr/>
            <p:nvPr/>
          </p:nvCxnSpPr>
          <p:spPr>
            <a:xfrm flipH="1">
              <a:off x="6956600" y="3734250"/>
              <a:ext cx="3431400" cy="987000"/>
            </a:xfrm>
            <a:prstGeom prst="bentConnector3">
              <a:avLst>
                <a:gd fmla="val 4548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59" name="Google Shape;159;p16"/>
            <p:cNvCxnSpPr/>
            <p:nvPr/>
          </p:nvCxnSpPr>
          <p:spPr>
            <a:xfrm flipH="1">
              <a:off x="7656850" y="3932550"/>
              <a:ext cx="2803200" cy="10182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2" name="Google Shape;162;p17"/>
          <p:cNvSpPr txBox="1"/>
          <p:nvPr>
            <p:ph idx="1" type="subTitle"/>
          </p:nvPr>
        </p:nvSpPr>
        <p:spPr>
          <a:xfrm>
            <a:off x="4827974" y="1602925"/>
            <a:ext cx="3318600" cy="19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7"/>
          <p:cNvSpPr txBox="1"/>
          <p:nvPr>
            <p:ph idx="2" type="subTitle"/>
          </p:nvPr>
        </p:nvSpPr>
        <p:spPr>
          <a:xfrm>
            <a:off x="997425" y="1602925"/>
            <a:ext cx="3318600" cy="19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4" name="Google Shape;164;p17"/>
          <p:cNvGrpSpPr/>
          <p:nvPr/>
        </p:nvGrpSpPr>
        <p:grpSpPr>
          <a:xfrm>
            <a:off x="-320650" y="-762725"/>
            <a:ext cx="9327075" cy="7125850"/>
            <a:chOff x="-320650" y="-762725"/>
            <a:chExt cx="9327075" cy="7125850"/>
          </a:xfrm>
        </p:grpSpPr>
        <p:cxnSp>
          <p:nvCxnSpPr>
            <p:cNvPr id="165" name="Google Shape;165;p17"/>
            <p:cNvCxnSpPr/>
            <p:nvPr/>
          </p:nvCxnSpPr>
          <p:spPr>
            <a:xfrm flipH="1" rot="-5400000">
              <a:off x="6857075" y="1775500"/>
              <a:ext cx="4097100" cy="187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66" name="Google Shape;166;p17"/>
            <p:cNvCxnSpPr/>
            <p:nvPr/>
          </p:nvCxnSpPr>
          <p:spPr>
            <a:xfrm flipH="1" rot="10800000">
              <a:off x="667900" y="4271400"/>
              <a:ext cx="2765700" cy="9639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67" name="Google Shape;167;p17"/>
            <p:cNvCxnSpPr/>
            <p:nvPr/>
          </p:nvCxnSpPr>
          <p:spPr>
            <a:xfrm flipH="1" rot="5400000">
              <a:off x="7318025" y="3907700"/>
              <a:ext cx="3045000" cy="33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68" name="Google Shape;168;p17"/>
            <p:cNvCxnSpPr/>
            <p:nvPr/>
          </p:nvCxnSpPr>
          <p:spPr>
            <a:xfrm flipH="1" rot="5400000">
              <a:off x="7083950" y="4541675"/>
              <a:ext cx="3325500" cy="317400"/>
            </a:xfrm>
            <a:prstGeom prst="bentConnector3">
              <a:avLst>
                <a:gd fmla="val 6457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69" name="Google Shape;169;p17"/>
            <p:cNvCxnSpPr/>
            <p:nvPr/>
          </p:nvCxnSpPr>
          <p:spPr>
            <a:xfrm flipH="1" rot="10800000">
              <a:off x="-320650" y="4087825"/>
              <a:ext cx="5808300" cy="878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70" name="Google Shape;170;p17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71" name="Google Shape;171;p17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172" name="Google Shape;172;p17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173" name="Google Shape;173;p17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>
            <p:ph type="title"/>
          </p:nvPr>
        </p:nvSpPr>
        <p:spPr>
          <a:xfrm>
            <a:off x="720000" y="1784150"/>
            <a:ext cx="35979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8" name="Google Shape;178;p18"/>
          <p:cNvSpPr txBox="1"/>
          <p:nvPr>
            <p:ph idx="1" type="subTitle"/>
          </p:nvPr>
        </p:nvSpPr>
        <p:spPr>
          <a:xfrm>
            <a:off x="720000" y="2449450"/>
            <a:ext cx="35979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9" name="Google Shape;179;p18"/>
          <p:cNvGrpSpPr/>
          <p:nvPr/>
        </p:nvGrpSpPr>
        <p:grpSpPr>
          <a:xfrm>
            <a:off x="-313975" y="-235500"/>
            <a:ext cx="8764375" cy="5229850"/>
            <a:chOff x="-313975" y="-235500"/>
            <a:chExt cx="8764375" cy="5229850"/>
          </a:xfrm>
        </p:grpSpPr>
        <p:cxnSp>
          <p:nvCxnSpPr>
            <p:cNvPr id="180" name="Google Shape;180;p18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81" name="Google Shape;181;p18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182" name="Google Shape;182;p18"/>
          <p:cNvGrpSpPr/>
          <p:nvPr/>
        </p:nvGrpSpPr>
        <p:grpSpPr>
          <a:xfrm>
            <a:off x="8576588" y="4496315"/>
            <a:ext cx="422946" cy="368845"/>
            <a:chOff x="8576588" y="4496315"/>
            <a:chExt cx="422946" cy="368845"/>
          </a:xfrm>
        </p:grpSpPr>
        <p:sp>
          <p:nvSpPr>
            <p:cNvPr id="183" name="Google Shape;183;p18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8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7" name="Google Shape;187;p19"/>
          <p:cNvSpPr txBox="1"/>
          <p:nvPr>
            <p:ph idx="1" type="subTitle"/>
          </p:nvPr>
        </p:nvSpPr>
        <p:spPr>
          <a:xfrm>
            <a:off x="720000" y="1268825"/>
            <a:ext cx="7704000" cy="8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8" name="Google Shape;188;p19"/>
          <p:cNvGrpSpPr/>
          <p:nvPr/>
        </p:nvGrpSpPr>
        <p:grpSpPr>
          <a:xfrm>
            <a:off x="8217450" y="-781975"/>
            <a:ext cx="1124700" cy="6431700"/>
            <a:chOff x="8217450" y="-781975"/>
            <a:chExt cx="1124700" cy="6431700"/>
          </a:xfrm>
        </p:grpSpPr>
        <p:cxnSp>
          <p:nvCxnSpPr>
            <p:cNvPr id="189" name="Google Shape;189;p19"/>
            <p:cNvCxnSpPr/>
            <p:nvPr/>
          </p:nvCxnSpPr>
          <p:spPr>
            <a:xfrm rot="5400000">
              <a:off x="7864150" y="-1056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90" name="Google Shape;190;p19"/>
            <p:cNvCxnSpPr/>
            <p:nvPr/>
          </p:nvCxnSpPr>
          <p:spPr>
            <a:xfrm rot="5400000">
              <a:off x="8105550" y="-441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91" name="Google Shape;191;p19"/>
            <p:cNvCxnSpPr/>
            <p:nvPr/>
          </p:nvCxnSpPr>
          <p:spPr>
            <a:xfrm rot="-5400000">
              <a:off x="7613150" y="424377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92" name="Google Shape;192;p19"/>
            <p:cNvCxnSpPr/>
            <p:nvPr/>
          </p:nvCxnSpPr>
          <p:spPr>
            <a:xfrm rot="-5400000">
              <a:off x="7587450" y="430527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193" name="Google Shape;193;p19"/>
          <p:cNvGrpSpPr/>
          <p:nvPr/>
        </p:nvGrpSpPr>
        <p:grpSpPr>
          <a:xfrm>
            <a:off x="8618643" y="1192466"/>
            <a:ext cx="400449" cy="2933146"/>
            <a:chOff x="7553711" y="-2334286"/>
            <a:chExt cx="455625" cy="3337292"/>
          </a:xfrm>
        </p:grpSpPr>
        <p:sp>
          <p:nvSpPr>
            <p:cNvPr id="194" name="Google Shape;194;p19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9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9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2185575" y="2009825"/>
            <a:ext cx="52491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0" name="Google Shape;200;p20"/>
          <p:cNvSpPr txBox="1"/>
          <p:nvPr>
            <p:ph idx="2" type="subTitle"/>
          </p:nvPr>
        </p:nvSpPr>
        <p:spPr>
          <a:xfrm>
            <a:off x="2185575" y="3459225"/>
            <a:ext cx="52491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2185575" y="1636925"/>
            <a:ext cx="52491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2" name="Google Shape;202;p20"/>
          <p:cNvSpPr txBox="1"/>
          <p:nvPr>
            <p:ph idx="4" type="subTitle"/>
          </p:nvPr>
        </p:nvSpPr>
        <p:spPr>
          <a:xfrm>
            <a:off x="2185575" y="3089325"/>
            <a:ext cx="52491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03" name="Google Shape;203;p20"/>
          <p:cNvGrpSpPr/>
          <p:nvPr/>
        </p:nvGrpSpPr>
        <p:grpSpPr>
          <a:xfrm>
            <a:off x="-215750" y="-592117"/>
            <a:ext cx="9367675" cy="5637900"/>
            <a:chOff x="-215750" y="-592117"/>
            <a:chExt cx="9367675" cy="5637900"/>
          </a:xfrm>
        </p:grpSpPr>
        <p:grpSp>
          <p:nvGrpSpPr>
            <p:cNvPr id="204" name="Google Shape;204;p20"/>
            <p:cNvGrpSpPr/>
            <p:nvPr/>
          </p:nvGrpSpPr>
          <p:grpSpPr>
            <a:xfrm>
              <a:off x="-215750" y="-592117"/>
              <a:ext cx="9215275" cy="5485500"/>
              <a:chOff x="-215750" y="-592117"/>
              <a:chExt cx="9215275" cy="5485500"/>
            </a:xfrm>
          </p:grpSpPr>
          <p:cxnSp>
            <p:nvCxnSpPr>
              <p:cNvPr id="205" name="Google Shape;205;p20"/>
              <p:cNvCxnSpPr/>
              <p:nvPr/>
            </p:nvCxnSpPr>
            <p:spPr>
              <a:xfrm>
                <a:off x="67325" y="-592117"/>
                <a:ext cx="8932200" cy="5485500"/>
              </a:xfrm>
              <a:prstGeom prst="bentConnector3">
                <a:avLst>
                  <a:gd fmla="val 81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06" name="Google Shape;206;p20"/>
              <p:cNvCxnSpPr/>
              <p:nvPr/>
            </p:nvCxnSpPr>
            <p:spPr>
              <a:xfrm>
                <a:off x="-215750" y="165250"/>
                <a:ext cx="9111900" cy="1260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cxnSp>
          <p:nvCxnSpPr>
            <p:cNvPr id="207" name="Google Shape;207;p20"/>
            <p:cNvCxnSpPr/>
            <p:nvPr/>
          </p:nvCxnSpPr>
          <p:spPr>
            <a:xfrm>
              <a:off x="-63350" y="317650"/>
              <a:ext cx="9111900" cy="126000"/>
            </a:xfrm>
            <a:prstGeom prst="bentConnector3">
              <a:avLst>
                <a:gd fmla="val 4694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08" name="Google Shape;208;p20"/>
            <p:cNvCxnSpPr/>
            <p:nvPr/>
          </p:nvCxnSpPr>
          <p:spPr>
            <a:xfrm>
              <a:off x="219725" y="-439717"/>
              <a:ext cx="8932200" cy="5485500"/>
            </a:xfrm>
            <a:prstGeom prst="bentConnector3">
              <a:avLst>
                <a:gd fmla="val 81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209" name="Google Shape;209;p20"/>
          <p:cNvGrpSpPr/>
          <p:nvPr/>
        </p:nvGrpSpPr>
        <p:grpSpPr>
          <a:xfrm>
            <a:off x="8430781" y="-10172"/>
            <a:ext cx="568753" cy="4875332"/>
            <a:chOff x="8430781" y="-10172"/>
            <a:chExt cx="568753" cy="4875332"/>
          </a:xfrm>
        </p:grpSpPr>
        <p:grpSp>
          <p:nvGrpSpPr>
            <p:cNvPr id="210" name="Google Shape;210;p20"/>
            <p:cNvGrpSpPr/>
            <p:nvPr/>
          </p:nvGrpSpPr>
          <p:grpSpPr>
            <a:xfrm>
              <a:off x="8576588" y="4496315"/>
              <a:ext cx="422946" cy="368845"/>
              <a:chOff x="8576588" y="4496315"/>
              <a:chExt cx="422946" cy="368845"/>
            </a:xfrm>
          </p:grpSpPr>
          <p:sp>
            <p:nvSpPr>
              <p:cNvPr id="211" name="Google Shape;211;p20"/>
              <p:cNvSpPr/>
              <p:nvPr/>
            </p:nvSpPr>
            <p:spPr>
              <a:xfrm rot="-5400000">
                <a:off x="8576580" y="4720848"/>
                <a:ext cx="144320" cy="144304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20"/>
              <p:cNvSpPr/>
              <p:nvPr/>
            </p:nvSpPr>
            <p:spPr>
              <a:xfrm rot="-5400000">
                <a:off x="8775019" y="4496328"/>
                <a:ext cx="224528" cy="224503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3" name="Google Shape;213;p20"/>
            <p:cNvGrpSpPr/>
            <p:nvPr/>
          </p:nvGrpSpPr>
          <p:grpSpPr>
            <a:xfrm>
              <a:off x="8430781" y="-10172"/>
              <a:ext cx="290111" cy="925970"/>
              <a:chOff x="8430781" y="3939190"/>
              <a:chExt cx="290111" cy="925970"/>
            </a:xfrm>
          </p:grpSpPr>
          <p:sp>
            <p:nvSpPr>
              <p:cNvPr id="214" name="Google Shape;214;p20"/>
              <p:cNvSpPr/>
              <p:nvPr/>
            </p:nvSpPr>
            <p:spPr>
              <a:xfrm rot="-5400000">
                <a:off x="8576580" y="4720848"/>
                <a:ext cx="144320" cy="144304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20"/>
              <p:cNvSpPr/>
              <p:nvPr/>
            </p:nvSpPr>
            <p:spPr>
              <a:xfrm rot="-5400000">
                <a:off x="8430769" y="3939203"/>
                <a:ext cx="224528" cy="224503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8" name="Google Shape;218;p21"/>
          <p:cNvSpPr txBox="1"/>
          <p:nvPr>
            <p:ph idx="1" type="subTitle"/>
          </p:nvPr>
        </p:nvSpPr>
        <p:spPr>
          <a:xfrm>
            <a:off x="946900" y="1391225"/>
            <a:ext cx="3655800" cy="27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9" name="Google Shape;219;p21"/>
          <p:cNvSpPr txBox="1"/>
          <p:nvPr>
            <p:ph idx="2" type="subTitle"/>
          </p:nvPr>
        </p:nvSpPr>
        <p:spPr>
          <a:xfrm>
            <a:off x="4768200" y="1391225"/>
            <a:ext cx="3655800" cy="27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220" name="Google Shape;220;p21"/>
          <p:cNvGrpSpPr/>
          <p:nvPr/>
        </p:nvGrpSpPr>
        <p:grpSpPr>
          <a:xfrm>
            <a:off x="151350" y="-3269025"/>
            <a:ext cx="9343200" cy="7939700"/>
            <a:chOff x="151350" y="-3269025"/>
            <a:chExt cx="9343200" cy="7939700"/>
          </a:xfrm>
        </p:grpSpPr>
        <p:cxnSp>
          <p:nvCxnSpPr>
            <p:cNvPr id="221" name="Google Shape;221;p21"/>
            <p:cNvCxnSpPr/>
            <p:nvPr/>
          </p:nvCxnSpPr>
          <p:spPr>
            <a:xfrm rot="5400000">
              <a:off x="7864150" y="-1056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2" name="Google Shape;222;p21"/>
            <p:cNvCxnSpPr/>
            <p:nvPr/>
          </p:nvCxnSpPr>
          <p:spPr>
            <a:xfrm rot="5400000">
              <a:off x="8105550" y="-441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3" name="Google Shape;223;p21"/>
            <p:cNvCxnSpPr/>
            <p:nvPr/>
          </p:nvCxnSpPr>
          <p:spPr>
            <a:xfrm flipH="1" rot="-5400000">
              <a:off x="6680600" y="1389250"/>
              <a:ext cx="3956400" cy="30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4" name="Google Shape;224;p21"/>
            <p:cNvCxnSpPr/>
            <p:nvPr/>
          </p:nvCxnSpPr>
          <p:spPr>
            <a:xfrm rot="5400000">
              <a:off x="6559050" y="1735175"/>
              <a:ext cx="5192400" cy="678600"/>
            </a:xfrm>
            <a:prstGeom prst="bentConnector3">
              <a:avLst>
                <a:gd fmla="val 3546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5" name="Google Shape;225;p21"/>
            <p:cNvCxnSpPr/>
            <p:nvPr/>
          </p:nvCxnSpPr>
          <p:spPr>
            <a:xfrm rot="5400000">
              <a:off x="-1267400" y="-1712325"/>
              <a:ext cx="3789900" cy="676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6" name="Google Shape;226;p21"/>
            <p:cNvCxnSpPr/>
            <p:nvPr/>
          </p:nvCxnSpPr>
          <p:spPr>
            <a:xfrm rot="5400000">
              <a:off x="-1476000" y="-1533825"/>
              <a:ext cx="4141200" cy="886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7" name="Google Shape;227;p21"/>
            <p:cNvCxnSpPr/>
            <p:nvPr/>
          </p:nvCxnSpPr>
          <p:spPr>
            <a:xfrm flipH="1" rot="-5400000">
              <a:off x="-1623700" y="-1097800"/>
              <a:ext cx="3956400" cy="30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8" name="Google Shape;228;p21"/>
            <p:cNvCxnSpPr/>
            <p:nvPr/>
          </p:nvCxnSpPr>
          <p:spPr>
            <a:xfrm rot="5400000">
              <a:off x="-1745250" y="-751875"/>
              <a:ext cx="5192400" cy="678600"/>
            </a:xfrm>
            <a:prstGeom prst="bentConnector3">
              <a:avLst>
                <a:gd fmla="val 3546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229" name="Google Shape;229;p21"/>
          <p:cNvGrpSpPr/>
          <p:nvPr/>
        </p:nvGrpSpPr>
        <p:grpSpPr>
          <a:xfrm>
            <a:off x="151475" y="1703025"/>
            <a:ext cx="8644525" cy="3344075"/>
            <a:chOff x="151475" y="1703025"/>
            <a:chExt cx="8644525" cy="3344075"/>
          </a:xfrm>
        </p:grpSpPr>
        <p:sp>
          <p:nvSpPr>
            <p:cNvPr id="230" name="Google Shape;230;p21"/>
            <p:cNvSpPr/>
            <p:nvPr/>
          </p:nvSpPr>
          <p:spPr>
            <a:xfrm>
              <a:off x="151475" y="17030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1" name="Google Shape;231;p21"/>
            <p:cNvSpPr/>
            <p:nvPr/>
          </p:nvSpPr>
          <p:spPr>
            <a:xfrm>
              <a:off x="335075" y="2612825"/>
              <a:ext cx="83400" cy="8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2" name="Google Shape;232;p21"/>
            <p:cNvSpPr/>
            <p:nvPr/>
          </p:nvSpPr>
          <p:spPr>
            <a:xfrm>
              <a:off x="235000" y="2880000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3" name="Google Shape;233;p21"/>
            <p:cNvSpPr/>
            <p:nvPr/>
          </p:nvSpPr>
          <p:spPr>
            <a:xfrm>
              <a:off x="335075" y="3371175"/>
              <a:ext cx="83400" cy="8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4" name="Google Shape;234;p21"/>
            <p:cNvSpPr/>
            <p:nvPr/>
          </p:nvSpPr>
          <p:spPr>
            <a:xfrm>
              <a:off x="8612400" y="4863500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 txBox="1"/>
          <p:nvPr>
            <p:ph idx="1" type="subTitle"/>
          </p:nvPr>
        </p:nvSpPr>
        <p:spPr>
          <a:xfrm>
            <a:off x="937700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2"/>
          <p:cNvSpPr txBox="1"/>
          <p:nvPr>
            <p:ph idx="2" type="subTitle"/>
          </p:nvPr>
        </p:nvSpPr>
        <p:spPr>
          <a:xfrm>
            <a:off x="3484422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22"/>
          <p:cNvSpPr txBox="1"/>
          <p:nvPr>
            <p:ph idx="3" type="subTitle"/>
          </p:nvPr>
        </p:nvSpPr>
        <p:spPr>
          <a:xfrm>
            <a:off x="6031150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0" name="Google Shape;240;p22"/>
          <p:cNvSpPr txBox="1"/>
          <p:nvPr>
            <p:ph idx="4" type="subTitle"/>
          </p:nvPr>
        </p:nvSpPr>
        <p:spPr>
          <a:xfrm>
            <a:off x="937700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1" name="Google Shape;241;p22"/>
          <p:cNvSpPr txBox="1"/>
          <p:nvPr>
            <p:ph idx="5" type="subTitle"/>
          </p:nvPr>
        </p:nvSpPr>
        <p:spPr>
          <a:xfrm>
            <a:off x="3484422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2" name="Google Shape;242;p22"/>
          <p:cNvSpPr txBox="1"/>
          <p:nvPr>
            <p:ph idx="6" type="subTitle"/>
          </p:nvPr>
        </p:nvSpPr>
        <p:spPr>
          <a:xfrm>
            <a:off x="6031150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43" name="Google Shape;243;p22"/>
          <p:cNvGrpSpPr/>
          <p:nvPr/>
        </p:nvGrpSpPr>
        <p:grpSpPr>
          <a:xfrm>
            <a:off x="4047014" y="42573"/>
            <a:ext cx="4967892" cy="427565"/>
            <a:chOff x="4047014" y="42573"/>
            <a:chExt cx="4967892" cy="427565"/>
          </a:xfrm>
        </p:grpSpPr>
        <p:sp>
          <p:nvSpPr>
            <p:cNvPr id="244" name="Google Shape;244;p22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2"/>
            <p:cNvSpPr/>
            <p:nvPr/>
          </p:nvSpPr>
          <p:spPr>
            <a:xfrm rot="-5400000">
              <a:off x="5047357" y="42573"/>
              <a:ext cx="181108" cy="18110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2"/>
            <p:cNvSpPr/>
            <p:nvPr/>
          </p:nvSpPr>
          <p:spPr>
            <a:xfrm rot="-5400000">
              <a:off x="8881913" y="280415"/>
              <a:ext cx="132993" cy="132993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" name="Google Shape;247;p22"/>
          <p:cNvGrpSpPr/>
          <p:nvPr/>
        </p:nvGrpSpPr>
        <p:grpSpPr>
          <a:xfrm>
            <a:off x="-491175" y="145189"/>
            <a:ext cx="10284997" cy="4769636"/>
            <a:chOff x="-491175" y="145189"/>
            <a:chExt cx="10284997" cy="4769636"/>
          </a:xfrm>
        </p:grpSpPr>
        <p:cxnSp>
          <p:nvCxnSpPr>
            <p:cNvPr id="248" name="Google Shape;248;p22"/>
            <p:cNvCxnSpPr/>
            <p:nvPr/>
          </p:nvCxnSpPr>
          <p:spPr>
            <a:xfrm rot="10800000">
              <a:off x="4978547" y="271239"/>
              <a:ext cx="4686900" cy="546300"/>
            </a:xfrm>
            <a:prstGeom prst="bentConnector3">
              <a:avLst>
                <a:gd fmla="val 1888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49" name="Google Shape;249;p22"/>
            <p:cNvCxnSpPr/>
            <p:nvPr/>
          </p:nvCxnSpPr>
          <p:spPr>
            <a:xfrm rot="10800000">
              <a:off x="5653822" y="145189"/>
              <a:ext cx="4140000" cy="606600"/>
            </a:xfrm>
            <a:prstGeom prst="bentConnector3">
              <a:avLst>
                <a:gd fmla="val 32793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50" name="Google Shape;250;p22"/>
            <p:cNvCxnSpPr/>
            <p:nvPr/>
          </p:nvCxnSpPr>
          <p:spPr>
            <a:xfrm>
              <a:off x="-491175" y="4640850"/>
              <a:ext cx="8531100" cy="2139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51" name="Google Shape;251;p22"/>
            <p:cNvCxnSpPr/>
            <p:nvPr/>
          </p:nvCxnSpPr>
          <p:spPr>
            <a:xfrm>
              <a:off x="-399350" y="4560525"/>
              <a:ext cx="6630600" cy="354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 txBox="1"/>
          <p:nvPr>
            <p:ph idx="1" type="subTitle"/>
          </p:nvPr>
        </p:nvSpPr>
        <p:spPr>
          <a:xfrm>
            <a:off x="937700" y="370134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23"/>
          <p:cNvSpPr txBox="1"/>
          <p:nvPr>
            <p:ph idx="2" type="subTitle"/>
          </p:nvPr>
        </p:nvSpPr>
        <p:spPr>
          <a:xfrm>
            <a:off x="3484422" y="370134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3"/>
          <p:cNvSpPr txBox="1"/>
          <p:nvPr>
            <p:ph idx="3" type="subTitle"/>
          </p:nvPr>
        </p:nvSpPr>
        <p:spPr>
          <a:xfrm>
            <a:off x="6031150" y="370134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7" name="Google Shape;257;p23"/>
          <p:cNvSpPr txBox="1"/>
          <p:nvPr>
            <p:ph idx="4" type="subTitle"/>
          </p:nvPr>
        </p:nvSpPr>
        <p:spPr>
          <a:xfrm>
            <a:off x="937700" y="33908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3"/>
          <p:cNvSpPr txBox="1"/>
          <p:nvPr>
            <p:ph idx="5" type="subTitle"/>
          </p:nvPr>
        </p:nvSpPr>
        <p:spPr>
          <a:xfrm>
            <a:off x="3484422" y="33908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3"/>
          <p:cNvSpPr txBox="1"/>
          <p:nvPr>
            <p:ph idx="6" type="subTitle"/>
          </p:nvPr>
        </p:nvSpPr>
        <p:spPr>
          <a:xfrm>
            <a:off x="6031150" y="33908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60" name="Google Shape;260;p23"/>
          <p:cNvGrpSpPr/>
          <p:nvPr/>
        </p:nvGrpSpPr>
        <p:grpSpPr>
          <a:xfrm>
            <a:off x="8577868" y="74717"/>
            <a:ext cx="605875" cy="4412242"/>
            <a:chOff x="8577868" y="74717"/>
            <a:chExt cx="605875" cy="4412242"/>
          </a:xfrm>
        </p:grpSpPr>
        <p:sp>
          <p:nvSpPr>
            <p:cNvPr id="261" name="Google Shape;261;p23"/>
            <p:cNvSpPr/>
            <p:nvPr/>
          </p:nvSpPr>
          <p:spPr>
            <a:xfrm>
              <a:off x="8937302" y="74717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3"/>
            <p:cNvSpPr/>
            <p:nvPr/>
          </p:nvSpPr>
          <p:spPr>
            <a:xfrm>
              <a:off x="8577884" y="2792122"/>
              <a:ext cx="181108" cy="18110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3"/>
            <p:cNvSpPr/>
            <p:nvPr/>
          </p:nvSpPr>
          <p:spPr>
            <a:xfrm>
              <a:off x="8577868" y="4353966"/>
              <a:ext cx="132993" cy="132993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4" name="Google Shape;264;p23"/>
          <p:cNvGrpSpPr/>
          <p:nvPr/>
        </p:nvGrpSpPr>
        <p:grpSpPr>
          <a:xfrm>
            <a:off x="8264950" y="539225"/>
            <a:ext cx="672350" cy="4815275"/>
            <a:chOff x="8264950" y="539225"/>
            <a:chExt cx="672350" cy="4815275"/>
          </a:xfrm>
        </p:grpSpPr>
        <p:cxnSp>
          <p:nvCxnSpPr>
            <p:cNvPr id="265" name="Google Shape;265;p23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fmla="val 9059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66" name="Google Shape;266;p23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fmla="val 9476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9" name="Google Shape;269;p24"/>
          <p:cNvSpPr txBox="1"/>
          <p:nvPr>
            <p:ph idx="1" type="subTitle"/>
          </p:nvPr>
        </p:nvSpPr>
        <p:spPr>
          <a:xfrm>
            <a:off x="1967648" y="20846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24"/>
          <p:cNvSpPr txBox="1"/>
          <p:nvPr>
            <p:ph idx="2" type="subTitle"/>
          </p:nvPr>
        </p:nvSpPr>
        <p:spPr>
          <a:xfrm>
            <a:off x="5198152" y="20846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24"/>
          <p:cNvSpPr txBox="1"/>
          <p:nvPr>
            <p:ph idx="3" type="subTitle"/>
          </p:nvPr>
        </p:nvSpPr>
        <p:spPr>
          <a:xfrm>
            <a:off x="1967648" y="35180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24"/>
          <p:cNvSpPr txBox="1"/>
          <p:nvPr>
            <p:ph idx="4" type="subTitle"/>
          </p:nvPr>
        </p:nvSpPr>
        <p:spPr>
          <a:xfrm>
            <a:off x="5198152" y="35180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24"/>
          <p:cNvSpPr txBox="1"/>
          <p:nvPr>
            <p:ph idx="5" type="subTitle"/>
          </p:nvPr>
        </p:nvSpPr>
        <p:spPr>
          <a:xfrm>
            <a:off x="1967648" y="177872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4" name="Google Shape;274;p24"/>
          <p:cNvSpPr txBox="1"/>
          <p:nvPr>
            <p:ph idx="6" type="subTitle"/>
          </p:nvPr>
        </p:nvSpPr>
        <p:spPr>
          <a:xfrm>
            <a:off x="5198150" y="177872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24"/>
          <p:cNvSpPr txBox="1"/>
          <p:nvPr>
            <p:ph idx="7" type="subTitle"/>
          </p:nvPr>
        </p:nvSpPr>
        <p:spPr>
          <a:xfrm>
            <a:off x="1967648" y="321217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6" name="Google Shape;276;p24"/>
          <p:cNvSpPr txBox="1"/>
          <p:nvPr>
            <p:ph idx="8" type="subTitle"/>
          </p:nvPr>
        </p:nvSpPr>
        <p:spPr>
          <a:xfrm>
            <a:off x="5198150" y="321217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77" name="Google Shape;277;p24"/>
          <p:cNvGrpSpPr/>
          <p:nvPr/>
        </p:nvGrpSpPr>
        <p:grpSpPr>
          <a:xfrm>
            <a:off x="184960" y="-914261"/>
            <a:ext cx="8511650" cy="5875100"/>
            <a:chOff x="184960" y="-914261"/>
            <a:chExt cx="8511650" cy="5875100"/>
          </a:xfrm>
        </p:grpSpPr>
        <p:cxnSp>
          <p:nvCxnSpPr>
            <p:cNvPr id="278" name="Google Shape;278;p24"/>
            <p:cNvCxnSpPr/>
            <p:nvPr/>
          </p:nvCxnSpPr>
          <p:spPr>
            <a:xfrm rot="5400000">
              <a:off x="-1759290" y="1284414"/>
              <a:ext cx="4686900" cy="546300"/>
            </a:xfrm>
            <a:prstGeom prst="bentConnector3">
              <a:avLst>
                <a:gd fmla="val 1888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79" name="Google Shape;279;p24"/>
            <p:cNvCxnSpPr/>
            <p:nvPr/>
          </p:nvCxnSpPr>
          <p:spPr>
            <a:xfrm rot="5400000">
              <a:off x="-1581740" y="852439"/>
              <a:ext cx="4140000" cy="606600"/>
            </a:xfrm>
            <a:prstGeom prst="bentConnector3">
              <a:avLst>
                <a:gd fmla="val 32793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80" name="Google Shape;280;p24"/>
            <p:cNvCxnSpPr/>
            <p:nvPr/>
          </p:nvCxnSpPr>
          <p:spPr>
            <a:xfrm rot="5400000">
              <a:off x="5885760" y="2149989"/>
              <a:ext cx="5112900" cy="508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81" name="Google Shape;281;p24"/>
            <p:cNvCxnSpPr/>
            <p:nvPr/>
          </p:nvCxnSpPr>
          <p:spPr>
            <a:xfrm rot="5400000">
              <a:off x="5659460" y="1671214"/>
              <a:ext cx="5112900" cy="508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282" name="Google Shape;282;p24"/>
          <p:cNvGrpSpPr/>
          <p:nvPr/>
        </p:nvGrpSpPr>
        <p:grpSpPr>
          <a:xfrm>
            <a:off x="4047014" y="27379"/>
            <a:ext cx="4845881" cy="3896497"/>
            <a:chOff x="4047014" y="27379"/>
            <a:chExt cx="4845881" cy="3896497"/>
          </a:xfrm>
        </p:grpSpPr>
        <p:sp>
          <p:nvSpPr>
            <p:cNvPr id="283" name="Google Shape;283;p24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4"/>
            <p:cNvSpPr/>
            <p:nvPr/>
          </p:nvSpPr>
          <p:spPr>
            <a:xfrm rot="-5400000">
              <a:off x="8470281" y="3727561"/>
              <a:ext cx="196332" cy="196299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4"/>
            <p:cNvSpPr/>
            <p:nvPr/>
          </p:nvSpPr>
          <p:spPr>
            <a:xfrm rot="-5400000">
              <a:off x="8641534" y="2927466"/>
              <a:ext cx="251378" cy="25134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4"/>
            <p:cNvSpPr/>
            <p:nvPr/>
          </p:nvSpPr>
          <p:spPr>
            <a:xfrm rot="-5400000">
              <a:off x="4391516" y="27388"/>
              <a:ext cx="156245" cy="15622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4"/>
            <p:cNvSpPr/>
            <p:nvPr/>
          </p:nvSpPr>
          <p:spPr>
            <a:xfrm rot="-5400000">
              <a:off x="8470291" y="2624037"/>
              <a:ext cx="161895" cy="161879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0" name="Google Shape;290;p25"/>
          <p:cNvSpPr txBox="1"/>
          <p:nvPr>
            <p:ph idx="1" type="subTitle"/>
          </p:nvPr>
        </p:nvSpPr>
        <p:spPr>
          <a:xfrm>
            <a:off x="974900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25"/>
          <p:cNvSpPr txBox="1"/>
          <p:nvPr>
            <p:ph idx="2" type="subTitle"/>
          </p:nvPr>
        </p:nvSpPr>
        <p:spPr>
          <a:xfrm>
            <a:off x="3578947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25"/>
          <p:cNvSpPr txBox="1"/>
          <p:nvPr>
            <p:ph idx="3" type="subTitle"/>
          </p:nvPr>
        </p:nvSpPr>
        <p:spPr>
          <a:xfrm>
            <a:off x="974900" y="3931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25"/>
          <p:cNvSpPr txBox="1"/>
          <p:nvPr>
            <p:ph idx="4" type="subTitle"/>
          </p:nvPr>
        </p:nvSpPr>
        <p:spPr>
          <a:xfrm>
            <a:off x="3578947" y="3931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25"/>
          <p:cNvSpPr txBox="1"/>
          <p:nvPr>
            <p:ph idx="5" type="subTitle"/>
          </p:nvPr>
        </p:nvSpPr>
        <p:spPr>
          <a:xfrm>
            <a:off x="6183000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5"/>
          <p:cNvSpPr txBox="1"/>
          <p:nvPr>
            <p:ph idx="6" type="subTitle"/>
          </p:nvPr>
        </p:nvSpPr>
        <p:spPr>
          <a:xfrm>
            <a:off x="6183000" y="3931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5"/>
          <p:cNvSpPr txBox="1"/>
          <p:nvPr>
            <p:ph idx="7" type="subTitle"/>
          </p:nvPr>
        </p:nvSpPr>
        <p:spPr>
          <a:xfrm>
            <a:off x="974900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97" name="Google Shape;297;p25"/>
          <p:cNvSpPr txBox="1"/>
          <p:nvPr>
            <p:ph idx="8" type="subTitle"/>
          </p:nvPr>
        </p:nvSpPr>
        <p:spPr>
          <a:xfrm>
            <a:off x="3578947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98" name="Google Shape;298;p25"/>
          <p:cNvSpPr txBox="1"/>
          <p:nvPr>
            <p:ph idx="9" type="subTitle"/>
          </p:nvPr>
        </p:nvSpPr>
        <p:spPr>
          <a:xfrm>
            <a:off x="974900" y="3722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99" name="Google Shape;299;p25"/>
          <p:cNvSpPr txBox="1"/>
          <p:nvPr>
            <p:ph idx="13" type="subTitle"/>
          </p:nvPr>
        </p:nvSpPr>
        <p:spPr>
          <a:xfrm>
            <a:off x="3578947" y="3722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00" name="Google Shape;300;p25"/>
          <p:cNvSpPr txBox="1"/>
          <p:nvPr>
            <p:ph idx="14" type="subTitle"/>
          </p:nvPr>
        </p:nvSpPr>
        <p:spPr>
          <a:xfrm>
            <a:off x="6183000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01" name="Google Shape;301;p25"/>
          <p:cNvSpPr txBox="1"/>
          <p:nvPr>
            <p:ph idx="15" type="subTitle"/>
          </p:nvPr>
        </p:nvSpPr>
        <p:spPr>
          <a:xfrm>
            <a:off x="6183000" y="3722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302" name="Google Shape;302;p25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303" name="Google Shape;303;p25"/>
            <p:cNvCxnSpPr/>
            <p:nvPr/>
          </p:nvCxnSpPr>
          <p:spPr>
            <a:xfrm>
              <a:off x="378100" y="-216500"/>
              <a:ext cx="5878500" cy="5155800"/>
            </a:xfrm>
            <a:prstGeom prst="bentConnector3">
              <a:avLst>
                <a:gd fmla="val -366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04" name="Google Shape;304;p25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305" name="Google Shape;305;p25"/>
          <p:cNvGrpSpPr/>
          <p:nvPr/>
        </p:nvGrpSpPr>
        <p:grpSpPr>
          <a:xfrm rot="-5400000">
            <a:off x="8411975" y="4406800"/>
            <a:ext cx="882599" cy="403555"/>
            <a:chOff x="7884075" y="238975"/>
            <a:chExt cx="882599" cy="403555"/>
          </a:xfrm>
        </p:grpSpPr>
        <p:sp>
          <p:nvSpPr>
            <p:cNvPr id="306" name="Google Shape;306;p25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5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5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6"/>
          <p:cNvSpPr txBox="1"/>
          <p:nvPr>
            <p:ph hasCustomPrompt="1" type="title"/>
          </p:nvPr>
        </p:nvSpPr>
        <p:spPr>
          <a:xfrm>
            <a:off x="2223600" y="748174"/>
            <a:ext cx="4696800" cy="656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1" name="Google Shape;311;p26"/>
          <p:cNvSpPr txBox="1"/>
          <p:nvPr>
            <p:ph idx="1" type="subTitle"/>
          </p:nvPr>
        </p:nvSpPr>
        <p:spPr>
          <a:xfrm>
            <a:off x="2223600" y="1441695"/>
            <a:ext cx="46968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2" name="Google Shape;312;p26"/>
          <p:cNvSpPr txBox="1"/>
          <p:nvPr>
            <p:ph hasCustomPrompt="1" idx="2" type="title"/>
          </p:nvPr>
        </p:nvSpPr>
        <p:spPr>
          <a:xfrm>
            <a:off x="2223600" y="2044979"/>
            <a:ext cx="4696800" cy="6585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6"/>
          <p:cNvSpPr txBox="1"/>
          <p:nvPr>
            <p:ph idx="3" type="subTitle"/>
          </p:nvPr>
        </p:nvSpPr>
        <p:spPr>
          <a:xfrm>
            <a:off x="2223600" y="2740391"/>
            <a:ext cx="46968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4" name="Google Shape;314;p26"/>
          <p:cNvSpPr txBox="1"/>
          <p:nvPr>
            <p:ph hasCustomPrompt="1" idx="4" type="title"/>
          </p:nvPr>
        </p:nvSpPr>
        <p:spPr>
          <a:xfrm>
            <a:off x="2223600" y="3343583"/>
            <a:ext cx="4696800" cy="6585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6"/>
          <p:cNvSpPr txBox="1"/>
          <p:nvPr>
            <p:ph idx="5" type="subTitle"/>
          </p:nvPr>
        </p:nvSpPr>
        <p:spPr>
          <a:xfrm>
            <a:off x="2223600" y="4039087"/>
            <a:ext cx="46968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316" name="Google Shape;316;p26"/>
          <p:cNvGrpSpPr/>
          <p:nvPr/>
        </p:nvGrpSpPr>
        <p:grpSpPr>
          <a:xfrm>
            <a:off x="269722" y="1778"/>
            <a:ext cx="8607902" cy="5090199"/>
            <a:chOff x="269722" y="1778"/>
            <a:chExt cx="8607902" cy="5090199"/>
          </a:xfrm>
        </p:grpSpPr>
        <p:grpSp>
          <p:nvGrpSpPr>
            <p:cNvPr id="317" name="Google Shape;317;p26"/>
            <p:cNvGrpSpPr/>
            <p:nvPr/>
          </p:nvGrpSpPr>
          <p:grpSpPr>
            <a:xfrm rot="-5400000">
              <a:off x="8120892" y="4335245"/>
              <a:ext cx="595437" cy="918027"/>
              <a:chOff x="7884075" y="238975"/>
              <a:chExt cx="595437" cy="918027"/>
            </a:xfrm>
          </p:grpSpPr>
          <p:sp>
            <p:nvSpPr>
              <p:cNvPr id="318" name="Google Shape;318;p26"/>
              <p:cNvSpPr/>
              <p:nvPr/>
            </p:nvSpPr>
            <p:spPr>
              <a:xfrm>
                <a:off x="7884075" y="238975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26"/>
              <p:cNvSpPr/>
              <p:nvPr/>
            </p:nvSpPr>
            <p:spPr>
              <a:xfrm>
                <a:off x="8255441" y="918206"/>
                <a:ext cx="224071" cy="238796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0" name="Google Shape;320;p26"/>
            <p:cNvGrpSpPr/>
            <p:nvPr/>
          </p:nvGrpSpPr>
          <p:grpSpPr>
            <a:xfrm rot="-5400000">
              <a:off x="816778" y="-545278"/>
              <a:ext cx="511237" cy="1605349"/>
              <a:chOff x="8255437" y="378850"/>
              <a:chExt cx="511237" cy="1605349"/>
            </a:xfrm>
          </p:grpSpPr>
          <p:sp>
            <p:nvSpPr>
              <p:cNvPr id="321" name="Google Shape;321;p26"/>
              <p:cNvSpPr/>
              <p:nvPr/>
            </p:nvSpPr>
            <p:spPr>
              <a:xfrm>
                <a:off x="8255437" y="436475"/>
                <a:ext cx="206055" cy="20605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26"/>
              <p:cNvSpPr/>
              <p:nvPr/>
            </p:nvSpPr>
            <p:spPr>
              <a:xfrm>
                <a:off x="8288525" y="1844325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26"/>
              <p:cNvSpPr/>
              <p:nvPr/>
            </p:nvSpPr>
            <p:spPr>
              <a:xfrm>
                <a:off x="8626800" y="378850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 txBox="1"/>
          <p:nvPr>
            <p:ph type="title"/>
          </p:nvPr>
        </p:nvSpPr>
        <p:spPr>
          <a:xfrm>
            <a:off x="713264" y="685100"/>
            <a:ext cx="46293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6" name="Google Shape;326;p27"/>
          <p:cNvSpPr txBox="1"/>
          <p:nvPr>
            <p:ph idx="1" type="subTitle"/>
          </p:nvPr>
        </p:nvSpPr>
        <p:spPr>
          <a:xfrm>
            <a:off x="713225" y="1722730"/>
            <a:ext cx="4629300" cy="11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27"/>
          <p:cNvSpPr txBox="1"/>
          <p:nvPr/>
        </p:nvSpPr>
        <p:spPr>
          <a:xfrm>
            <a:off x="713277" y="3611950"/>
            <a:ext cx="46293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includes icons by 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200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28" name="Google Shape;328;p27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329" name="Google Shape;329;p27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7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7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2" name="Google Shape;332;p27"/>
          <p:cNvGrpSpPr/>
          <p:nvPr/>
        </p:nvGrpSpPr>
        <p:grpSpPr>
          <a:xfrm>
            <a:off x="312250" y="-762725"/>
            <a:ext cx="855850" cy="2170900"/>
            <a:chOff x="312250" y="-762725"/>
            <a:chExt cx="855850" cy="2170900"/>
          </a:xfrm>
        </p:grpSpPr>
        <p:cxnSp>
          <p:nvCxnSpPr>
            <p:cNvPr id="333" name="Google Shape;333;p27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34" name="Google Shape;334;p27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28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337" name="Google Shape;337;p28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338" name="Google Shape;338;p28"/>
              <p:cNvCxnSpPr/>
              <p:nvPr/>
            </p:nvCxnSpPr>
            <p:spPr>
              <a:xfrm flipH="1" rot="5400000">
                <a:off x="-1093800" y="3815900"/>
                <a:ext cx="3045000" cy="3318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339" name="Google Shape;339;p28"/>
              <p:cNvCxnSpPr/>
              <p:nvPr/>
            </p:nvCxnSpPr>
            <p:spPr>
              <a:xfrm flipH="1" rot="5400000">
                <a:off x="-1327875" y="4449875"/>
                <a:ext cx="3325500" cy="317400"/>
              </a:xfrm>
              <a:prstGeom prst="bentConnector3">
                <a:avLst>
                  <a:gd fmla="val 64575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340" name="Google Shape;340;p28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341" name="Google Shape;341;p28"/>
              <p:cNvCxnSpPr/>
              <p:nvPr/>
            </p:nvCxnSpPr>
            <p:spPr>
              <a:xfrm flipH="1" rot="10800000">
                <a:off x="-709225" y="4185350"/>
                <a:ext cx="7895400" cy="1147500"/>
              </a:xfrm>
              <a:prstGeom prst="bentConnector3">
                <a:avLst>
                  <a:gd fmla="val 71221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342" name="Google Shape;342;p28"/>
              <p:cNvCxnSpPr/>
              <p:nvPr/>
            </p:nvCxnSpPr>
            <p:spPr>
              <a:xfrm flipH="1" rot="10800000">
                <a:off x="2953025" y="4367125"/>
                <a:ext cx="3567000" cy="1794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343" name="Google Shape;343;p28"/>
            <p:cNvGrpSpPr/>
            <p:nvPr/>
          </p:nvGrpSpPr>
          <p:grpSpPr>
            <a:xfrm>
              <a:off x="8878450" y="2020450"/>
              <a:ext cx="816250" cy="2568900"/>
              <a:chOff x="8878450" y="2020450"/>
              <a:chExt cx="816250" cy="2568900"/>
            </a:xfrm>
          </p:grpSpPr>
          <p:cxnSp>
            <p:nvCxnSpPr>
              <p:cNvPr id="344" name="Google Shape;344;p28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fmla="val 449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345" name="Google Shape;345;p28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grpSp>
        <p:nvGrpSpPr>
          <p:cNvPr id="346" name="Google Shape;346;p28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347" name="Google Shape;347;p28"/>
            <p:cNvSpPr/>
            <p:nvPr/>
          </p:nvSpPr>
          <p:spPr>
            <a:xfrm>
              <a:off x="84278" y="22408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8777403" y="48146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29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51" name="Google Shape;351;p29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52" name="Google Shape;352;p29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53" name="Google Shape;353;p29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354" name="Google Shape;354;p29"/>
          <p:cNvGrpSpPr/>
          <p:nvPr/>
        </p:nvGrpSpPr>
        <p:grpSpPr>
          <a:xfrm>
            <a:off x="64493" y="394791"/>
            <a:ext cx="400449" cy="2933146"/>
            <a:chOff x="7553711" y="-2334286"/>
            <a:chExt cx="455625" cy="3337292"/>
          </a:xfrm>
        </p:grpSpPr>
        <p:sp>
          <p:nvSpPr>
            <p:cNvPr id="355" name="Google Shape;355;p29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9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D_Y0wQQR8gvEHTYNrAZInZgIjXNhoqYR/view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://drive.google.com/file/d/1ZGL5JytsTbOXOH_4o3ORJ_2nI_FWGdui/view" TargetMode="External"/><Relationship Id="rId6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0"/>
          <p:cNvSpPr txBox="1"/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Vibe Coding Experiment</a:t>
            </a:r>
            <a:endParaRPr/>
          </a:p>
        </p:txBody>
      </p:sp>
      <p:sp>
        <p:nvSpPr>
          <p:cNvPr id="363" name="Google Shape;363;p30"/>
          <p:cNvSpPr txBox="1"/>
          <p:nvPr>
            <p:ph idx="1" type="subTitle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SWEaters United - Team 02</a:t>
            </a:r>
            <a:endParaRPr/>
          </a:p>
        </p:txBody>
      </p:sp>
      <p:pic>
        <p:nvPicPr>
          <p:cNvPr id="364" name="Google Shape;364;p30" title="SWEater_United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225" y="187875"/>
            <a:ext cx="2623850" cy="26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50 runs</a:t>
            </a:r>
            <a:endParaRPr/>
          </a:p>
        </p:txBody>
      </p:sp>
      <p:pic>
        <p:nvPicPr>
          <p:cNvPr id="370" name="Google Shape;370;p31"/>
          <p:cNvPicPr preferRelativeResize="0"/>
          <p:nvPr/>
        </p:nvPicPr>
        <p:blipFill rotWithShape="1">
          <a:blip r:embed="rId3">
            <a:alphaModFix/>
          </a:blip>
          <a:srcRect b="65870" l="0" r="36669" t="9219"/>
          <a:stretch/>
        </p:blipFill>
        <p:spPr>
          <a:xfrm>
            <a:off x="5874675" y="397575"/>
            <a:ext cx="3015624" cy="667601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1"/>
          <p:cNvSpPr txBox="1"/>
          <p:nvPr/>
        </p:nvSpPr>
        <p:spPr>
          <a:xfrm>
            <a:off x="861325" y="1270000"/>
            <a:ext cx="7158000" cy="38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Used the gemini-3.1-flash-lite-preview model with the Gemini CLI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General Observations: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○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Used emojis for slots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○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Were able implement diverse art styles and visual effects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App Assessment: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○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Humor presents after spinning the slot machine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○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Gemini favors corporate theme or futuristic theme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Code Assessment: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○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Some generated single html file, others generated CSS and JS files separately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○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Those with 3 files are easier to read and generates the strongest candidates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Runs 50 </a:t>
            </a:r>
            <a:r>
              <a:rPr b="0" lang="en"/>
              <a:t>→ </a:t>
            </a:r>
            <a:r>
              <a:rPr lang="en"/>
              <a:t>5</a:t>
            </a:r>
            <a:endParaRPr/>
          </a:p>
        </p:txBody>
      </p:sp>
      <p:sp>
        <p:nvSpPr>
          <p:cNvPr id="377" name="Google Shape;377;p32"/>
          <p:cNvSpPr txBox="1"/>
          <p:nvPr>
            <p:ph idx="5" type="subTitle"/>
          </p:nvPr>
        </p:nvSpPr>
        <p:spPr>
          <a:xfrm>
            <a:off x="1036600" y="1093000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Candidate: 01</a:t>
            </a:r>
            <a:endParaRPr sz="1900"/>
          </a:p>
        </p:txBody>
      </p:sp>
      <p:sp>
        <p:nvSpPr>
          <p:cNvPr id="378" name="Google Shape;378;p32"/>
          <p:cNvSpPr txBox="1"/>
          <p:nvPr>
            <p:ph idx="6" type="subTitle"/>
          </p:nvPr>
        </p:nvSpPr>
        <p:spPr>
          <a:xfrm>
            <a:off x="1036600" y="181802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Candidate: 04</a:t>
            </a:r>
            <a:endParaRPr sz="1900"/>
          </a:p>
        </p:txBody>
      </p:sp>
      <p:sp>
        <p:nvSpPr>
          <p:cNvPr id="379" name="Google Shape;379;p32"/>
          <p:cNvSpPr txBox="1"/>
          <p:nvPr>
            <p:ph idx="7" type="subTitle"/>
          </p:nvPr>
        </p:nvSpPr>
        <p:spPr>
          <a:xfrm>
            <a:off x="1036600" y="3993100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Candidate: 37</a:t>
            </a:r>
            <a:endParaRPr sz="1900"/>
          </a:p>
        </p:txBody>
      </p:sp>
      <p:sp>
        <p:nvSpPr>
          <p:cNvPr id="380" name="Google Shape;380;p32"/>
          <p:cNvSpPr txBox="1"/>
          <p:nvPr>
            <p:ph idx="8" type="subTitle"/>
          </p:nvPr>
        </p:nvSpPr>
        <p:spPr>
          <a:xfrm>
            <a:off x="1036600" y="326807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Candidate: 45</a:t>
            </a:r>
            <a:endParaRPr sz="1900"/>
          </a:p>
        </p:txBody>
      </p:sp>
      <p:sp>
        <p:nvSpPr>
          <p:cNvPr id="381" name="Google Shape;381;p32"/>
          <p:cNvSpPr txBox="1"/>
          <p:nvPr>
            <p:ph idx="7" type="subTitle"/>
          </p:nvPr>
        </p:nvSpPr>
        <p:spPr>
          <a:xfrm>
            <a:off x="1036600" y="2543050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Candidate: 10</a:t>
            </a:r>
            <a:endParaRPr sz="1900"/>
          </a:p>
        </p:txBody>
      </p:sp>
      <p:sp>
        <p:nvSpPr>
          <p:cNvPr id="382" name="Google Shape;382;p32"/>
          <p:cNvSpPr txBox="1"/>
          <p:nvPr/>
        </p:nvSpPr>
        <p:spPr>
          <a:xfrm>
            <a:off x="4143225" y="1232275"/>
            <a:ext cx="31686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Reasoning:</a:t>
            </a:r>
            <a:endParaRPr b="1" sz="20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3" name="Google Shape;383;p32"/>
          <p:cNvSpPr txBox="1"/>
          <p:nvPr/>
        </p:nvSpPr>
        <p:spPr>
          <a:xfrm>
            <a:off x="4312975" y="1835850"/>
            <a:ext cx="3272400" cy="25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App Functionality was Paramount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UI more intuitive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Has defined color scheme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Clear theme throughout the generated website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Clear distinction between CSS, HTML, and JS made it easier to read the code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84" name="Google Shape;38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4750" y="47175"/>
            <a:ext cx="1978200" cy="1694065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2"/>
          <p:cNvSpPr txBox="1"/>
          <p:nvPr/>
        </p:nvSpPr>
        <p:spPr>
          <a:xfrm>
            <a:off x="6842275" y="1659425"/>
            <a:ext cx="45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Candidate</a:t>
            </a:r>
            <a:r>
              <a:rPr lang="en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4 design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Refinement 5 </a:t>
            </a:r>
            <a:r>
              <a:rPr b="0" lang="en"/>
              <a:t>→ </a:t>
            </a:r>
            <a:r>
              <a:rPr lang="en"/>
              <a:t>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3"/>
          <p:cNvSpPr txBox="1"/>
          <p:nvPr>
            <p:ph idx="6" type="subTitle"/>
          </p:nvPr>
        </p:nvSpPr>
        <p:spPr>
          <a:xfrm>
            <a:off x="6031150" y="11307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Candidate: 45</a:t>
            </a:r>
            <a:endParaRPr/>
          </a:p>
        </p:txBody>
      </p:sp>
      <p:sp>
        <p:nvSpPr>
          <p:cNvPr id="392" name="Google Shape;392;p33"/>
          <p:cNvSpPr txBox="1"/>
          <p:nvPr>
            <p:ph idx="4" type="subTitle"/>
          </p:nvPr>
        </p:nvSpPr>
        <p:spPr>
          <a:xfrm>
            <a:off x="937700" y="11307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Candidate: 01</a:t>
            </a:r>
            <a:endParaRPr/>
          </a:p>
        </p:txBody>
      </p:sp>
      <p:sp>
        <p:nvSpPr>
          <p:cNvPr id="393" name="Google Shape;393;p33"/>
          <p:cNvSpPr txBox="1"/>
          <p:nvPr>
            <p:ph idx="5" type="subTitle"/>
          </p:nvPr>
        </p:nvSpPr>
        <p:spPr>
          <a:xfrm>
            <a:off x="3484422" y="11307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Candidate: 37</a:t>
            </a:r>
            <a:endParaRPr/>
          </a:p>
        </p:txBody>
      </p:sp>
      <p:sp>
        <p:nvSpPr>
          <p:cNvPr id="394" name="Google Shape;394;p33"/>
          <p:cNvSpPr txBox="1"/>
          <p:nvPr/>
        </p:nvSpPr>
        <p:spPr>
          <a:xfrm>
            <a:off x="1435050" y="2191025"/>
            <a:ext cx="63375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Bombarded prompt with extra features to add (lever, sound effects, paytable) for more fun experience. Also suggested better looking design.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Candidate 10 and Candidate 04 took </a:t>
            </a:r>
            <a:r>
              <a:rPr b="1"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completely new direction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are no longer functional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Candidates chosen contains: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Working products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Clear color schemes / themes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Followed instructions best (included amount of tokens remaining, paytable, and lever)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5" name="Google Shape;395;p33"/>
          <p:cNvSpPr txBox="1"/>
          <p:nvPr/>
        </p:nvSpPr>
        <p:spPr>
          <a:xfrm>
            <a:off x="1276300" y="1732375"/>
            <a:ext cx="31686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Reasoning:</a:t>
            </a:r>
            <a:endParaRPr b="1" sz="20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396" name="Google Shape;396;p33"/>
          <p:cNvPicPr preferRelativeResize="0"/>
          <p:nvPr/>
        </p:nvPicPr>
        <p:blipFill rotWithShape="1">
          <a:blip r:embed="rId3">
            <a:alphaModFix/>
          </a:blip>
          <a:srcRect b="0" l="0" r="9543" t="0"/>
          <a:stretch/>
        </p:blipFill>
        <p:spPr>
          <a:xfrm>
            <a:off x="88525" y="3609875"/>
            <a:ext cx="1751800" cy="147934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 txBox="1"/>
          <p:nvPr/>
        </p:nvSpPr>
        <p:spPr>
          <a:xfrm>
            <a:off x="42000" y="3342500"/>
            <a:ext cx="453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Candidate 37 design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Refinement 3 </a:t>
            </a:r>
            <a:r>
              <a:rPr b="0" lang="en"/>
              <a:t>→ </a:t>
            </a:r>
            <a:r>
              <a:rPr lang="en"/>
              <a:t>2</a:t>
            </a:r>
            <a:endParaRPr/>
          </a:p>
        </p:txBody>
      </p:sp>
      <p:sp>
        <p:nvSpPr>
          <p:cNvPr id="403" name="Google Shape;403;p34"/>
          <p:cNvSpPr txBox="1"/>
          <p:nvPr>
            <p:ph idx="3" type="subTitle"/>
          </p:nvPr>
        </p:nvSpPr>
        <p:spPr>
          <a:xfrm>
            <a:off x="4656408" y="1257051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Candidate: 45</a:t>
            </a:r>
            <a:endParaRPr/>
          </a:p>
        </p:txBody>
      </p:sp>
      <p:sp>
        <p:nvSpPr>
          <p:cNvPr id="404" name="Google Shape;404;p34"/>
          <p:cNvSpPr txBox="1"/>
          <p:nvPr>
            <p:ph idx="4" type="subTitle"/>
          </p:nvPr>
        </p:nvSpPr>
        <p:spPr>
          <a:xfrm>
            <a:off x="968175" y="1257051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Candidate: 01</a:t>
            </a:r>
            <a:endParaRPr/>
          </a:p>
        </p:txBody>
      </p:sp>
      <p:sp>
        <p:nvSpPr>
          <p:cNvPr id="405" name="Google Shape;405;p34"/>
          <p:cNvSpPr txBox="1"/>
          <p:nvPr/>
        </p:nvSpPr>
        <p:spPr>
          <a:xfrm>
            <a:off x="1403250" y="2230075"/>
            <a:ext cx="63375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Addressed </a:t>
            </a:r>
            <a:r>
              <a:rPr lang="en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pitfalls</a:t>
            </a:r>
            <a:r>
              <a:rPr lang="en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of the runs trying to implement the features in previous prompt (fix lever bugs and slot spinning). Prioritized basic features of slot machine while relaxing additional features in previous prompt like </a:t>
            </a:r>
            <a:r>
              <a:rPr lang="en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extravagant</a:t>
            </a:r>
            <a:r>
              <a:rPr lang="en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design.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Gemini followed instructions decently across all candidates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Design was the biggest factor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○"/>
            </a:pPr>
            <a:r>
              <a:rPr lang="en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Candidate 01: Included animations, </a:t>
            </a:r>
            <a:r>
              <a:rPr lang="en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humorous</a:t>
            </a:r>
            <a:r>
              <a:rPr lang="en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comments, and paytable, clear color schemes, clear color schemes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○"/>
            </a:pPr>
            <a:r>
              <a:rPr lang="en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Candidate 45: Additional sound effects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○"/>
            </a:pPr>
            <a:r>
              <a:rPr lang="en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Candidate 37: Lack of distinct colors for the machine (worse UI)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6" name="Google Shape;406;p34"/>
          <p:cNvSpPr txBox="1"/>
          <p:nvPr/>
        </p:nvSpPr>
        <p:spPr>
          <a:xfrm>
            <a:off x="1276300" y="1732100"/>
            <a:ext cx="31686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Reasoning:</a:t>
            </a:r>
            <a:endParaRPr b="1" sz="20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407" name="Google Shape;40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8525" y="125826"/>
            <a:ext cx="2098676" cy="13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4"/>
          <p:cNvSpPr txBox="1"/>
          <p:nvPr/>
        </p:nvSpPr>
        <p:spPr>
          <a:xfrm>
            <a:off x="7740750" y="1461625"/>
            <a:ext cx="178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Candidate 45 design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Refinement 2 → 1</a:t>
            </a:r>
            <a:endParaRPr/>
          </a:p>
        </p:txBody>
      </p:sp>
      <p:sp>
        <p:nvSpPr>
          <p:cNvPr id="414" name="Google Shape;414;p35"/>
          <p:cNvSpPr txBox="1"/>
          <p:nvPr>
            <p:ph idx="4294967295" type="subTitle"/>
          </p:nvPr>
        </p:nvSpPr>
        <p:spPr>
          <a:xfrm>
            <a:off x="1109650" y="1270626"/>
            <a:ext cx="2560500" cy="4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Sora"/>
                <a:ea typeface="Sora"/>
                <a:cs typeface="Sora"/>
                <a:sym typeface="Sora"/>
              </a:rPr>
              <a:t>Candidate: 01</a:t>
            </a:r>
            <a:endParaRPr b="1" sz="20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5" name="Google Shape;415;p35"/>
          <p:cNvSpPr txBox="1"/>
          <p:nvPr/>
        </p:nvSpPr>
        <p:spPr>
          <a:xfrm>
            <a:off x="917925" y="1835850"/>
            <a:ext cx="5075100" cy="16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Removed 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unnecessary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description of basic slot machine behavior and 3 file organization (CSS, JS, HTML). Emphasized AI satire and new minigame for when no tokens.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Minigame more functional then compared to competitor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Better overall visual effects (confetti / animations)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Better aesthetic → Futuristic look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16" name="Google Shape;416;p35" title="candidate1dem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0850" y="2901350"/>
            <a:ext cx="2029100" cy="152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5" title="candidate1minigame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10850" y="329400"/>
            <a:ext cx="2900269" cy="1631399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5"/>
          <p:cNvSpPr txBox="1"/>
          <p:nvPr/>
        </p:nvSpPr>
        <p:spPr>
          <a:xfrm>
            <a:off x="5910838" y="4423175"/>
            <a:ext cx="282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Candidate 1 demo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9" name="Google Shape;419;p35"/>
          <p:cNvSpPr txBox="1"/>
          <p:nvPr/>
        </p:nvSpPr>
        <p:spPr>
          <a:xfrm>
            <a:off x="5910850" y="19976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Candidate 1 minigame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Thoughts</a:t>
            </a:r>
            <a:endParaRPr/>
          </a:p>
        </p:txBody>
      </p:sp>
      <p:sp>
        <p:nvSpPr>
          <p:cNvPr id="425" name="Google Shape;425;p36"/>
          <p:cNvSpPr txBox="1"/>
          <p:nvPr>
            <p:ph idx="4294967295" type="subTitle"/>
          </p:nvPr>
        </p:nvSpPr>
        <p:spPr>
          <a:xfrm>
            <a:off x="305050" y="1159450"/>
            <a:ext cx="3580500" cy="4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Sora"/>
                <a:ea typeface="Sora"/>
                <a:cs typeface="Sora"/>
                <a:sym typeface="Sora"/>
              </a:rPr>
              <a:t>What Worked Well</a:t>
            </a:r>
            <a:endParaRPr b="1" sz="20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26" name="Google Shape;426;p36"/>
          <p:cNvSpPr txBox="1"/>
          <p:nvPr>
            <p:ph idx="4294967295" type="subTitle"/>
          </p:nvPr>
        </p:nvSpPr>
        <p:spPr>
          <a:xfrm>
            <a:off x="305050" y="2707325"/>
            <a:ext cx="3580500" cy="4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Sora"/>
                <a:ea typeface="Sora"/>
                <a:cs typeface="Sora"/>
                <a:sym typeface="Sora"/>
              </a:rPr>
              <a:t>What Didn’t Work Well</a:t>
            </a:r>
            <a:endParaRPr b="1" sz="20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27" name="Google Shape;427;p36"/>
          <p:cNvSpPr txBox="1"/>
          <p:nvPr>
            <p:ph idx="4294967295" type="subTitle"/>
          </p:nvPr>
        </p:nvSpPr>
        <p:spPr>
          <a:xfrm>
            <a:off x="4231075" y="1121475"/>
            <a:ext cx="4294200" cy="4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Sora"/>
                <a:ea typeface="Sora"/>
                <a:cs typeface="Sora"/>
                <a:sym typeface="Sora"/>
              </a:rPr>
              <a:t>Final App Met Prompted Goal</a:t>
            </a:r>
            <a:endParaRPr b="1" sz="20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28" name="Google Shape;428;p36"/>
          <p:cNvSpPr txBox="1"/>
          <p:nvPr>
            <p:ph idx="4294967295" type="subTitle"/>
          </p:nvPr>
        </p:nvSpPr>
        <p:spPr>
          <a:xfrm>
            <a:off x="4231075" y="2707325"/>
            <a:ext cx="4202400" cy="4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Sora"/>
                <a:ea typeface="Sora"/>
                <a:cs typeface="Sora"/>
                <a:sym typeface="Sora"/>
              </a:rPr>
              <a:t>Was Code Easy to Understand</a:t>
            </a:r>
            <a:endParaRPr b="1" sz="20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29" name="Google Shape;429;p36"/>
          <p:cNvSpPr txBox="1"/>
          <p:nvPr/>
        </p:nvSpPr>
        <p:spPr>
          <a:xfrm>
            <a:off x="531275" y="1649225"/>
            <a:ext cx="2857500" cy="9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Code runs without error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Had proper scoring system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Had some AI satire / Joke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0" name="Google Shape;430;p36"/>
          <p:cNvSpPr txBox="1"/>
          <p:nvPr/>
        </p:nvSpPr>
        <p:spPr>
          <a:xfrm>
            <a:off x="531275" y="3225950"/>
            <a:ext cx="3354300" cy="1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UI was lackluster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Slot machine 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lever was buggy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Couldn’t interact / press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Some features were not addressed in prompt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1" name="Google Shape;431;p36"/>
          <p:cNvSpPr txBox="1"/>
          <p:nvPr/>
        </p:nvSpPr>
        <p:spPr>
          <a:xfrm>
            <a:off x="4581425" y="1649225"/>
            <a:ext cx="2857500" cy="9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Was a functional slot machine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Contains behaviors that mocked AI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2" name="Google Shape;432;p36"/>
          <p:cNvSpPr txBox="1"/>
          <p:nvPr/>
        </p:nvSpPr>
        <p:spPr>
          <a:xfrm>
            <a:off x="4581425" y="3225950"/>
            <a:ext cx="2857500" cy="1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Code was easy to read and understand for the most part with some comments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Organized structure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Still has room for improvement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3" name="Google Shape;433;p36"/>
          <p:cNvSpPr txBox="1"/>
          <p:nvPr/>
        </p:nvSpPr>
        <p:spPr>
          <a:xfrm>
            <a:off x="633150" y="4462450"/>
            <a:ext cx="7877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 Concrete Pattern in how Gemini produced the app</a:t>
            </a:r>
            <a:endParaRPr b="1" sz="2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34" name="Google Shape;434;p36" title="SWEater_United_ful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0793" y="142993"/>
            <a:ext cx="2472675" cy="8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I Essentials Workshop by Slidesgo">
  <a:themeElements>
    <a:clrScheme name="Simple Light">
      <a:dk1>
        <a:srgbClr val="0C343D"/>
      </a:dk1>
      <a:lt1>
        <a:srgbClr val="F3F7F8"/>
      </a:lt1>
      <a:dk2>
        <a:srgbClr val="134F5C"/>
      </a:dk2>
      <a:lt2>
        <a:srgbClr val="45818E"/>
      </a:lt2>
      <a:accent1>
        <a:srgbClr val="76A5AF"/>
      </a:accent1>
      <a:accent2>
        <a:srgbClr val="D9EAD3"/>
      </a:accent2>
      <a:accent3>
        <a:srgbClr val="88ADA5"/>
      </a:accent3>
      <a:accent4>
        <a:srgbClr val="F3F3F3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